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5b4f217fb44697" /><Relationship Type="http://schemas.openxmlformats.org/officeDocument/2006/relationships/extended-properties" Target="/docProps/app.xml" Id="R015f3438e2dc49fb" /><Relationship Type="http://schemas.openxmlformats.org/officeDocument/2006/relationships/officeDocument" Target="/ppt/presentation.xml" Id="R789b4159e1554a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f11ea0d5d34650"/>
  </p:sldMasterIdLst>
  <p:notesMasterIdLst>
    <p:notesMasterId xmlns:r="http://schemas.openxmlformats.org/officeDocument/2006/relationships" r:id="R89a6c8d1998b43ad"/>
  </p:notesMasterIdLst>
  <p:sldIdLst>
    <p:sldId xmlns:r="http://schemas.openxmlformats.org/officeDocument/2006/relationships" id="256" r:id="R3b9afd6c4ac14d4c"/>
    <p:sldId xmlns:r="http://schemas.openxmlformats.org/officeDocument/2006/relationships" id="257" r:id="R91a4e0e88b6c4cc3"/>
    <p:sldId xmlns:r="http://schemas.openxmlformats.org/officeDocument/2006/relationships" id="258" r:id="R485d29d716fa4faa"/>
    <p:sldId xmlns:r="http://schemas.openxmlformats.org/officeDocument/2006/relationships" id="259" r:id="R1ab0057a5a8c4264"/>
    <p:sldId xmlns:r="http://schemas.openxmlformats.org/officeDocument/2006/relationships" id="260" r:id="R39fffa408f88418e"/>
    <p:sldId xmlns:r="http://schemas.openxmlformats.org/officeDocument/2006/relationships" id="261" r:id="R3fece7ed31a24396"/>
    <p:sldId xmlns:r="http://schemas.openxmlformats.org/officeDocument/2006/relationships" id="262" r:id="Rf9da45e8d9c34b46"/>
    <p:sldId xmlns:r="http://schemas.openxmlformats.org/officeDocument/2006/relationships" id="263" r:id="Rf3b8fd43f34147a6"/>
    <p:sldId xmlns:r="http://schemas.openxmlformats.org/officeDocument/2006/relationships" id="264" r:id="R8f95ad7e4bd14275"/>
    <p:sldId xmlns:r="http://schemas.openxmlformats.org/officeDocument/2006/relationships" id="265" r:id="Re5f42228d5f24db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f11ea0d5d34650" /><Relationship Type="http://schemas.openxmlformats.org/officeDocument/2006/relationships/theme" Target="/ppt/theme/theme1.xml" Id="Rd2982279ea90485e" /><Relationship Type="http://schemas.openxmlformats.org/officeDocument/2006/relationships/notesMaster" Target="/ppt/notesMasters/notesMaster1.xml" Id="R89a6c8d1998b43ad" /><Relationship Type="http://schemas.openxmlformats.org/officeDocument/2006/relationships/presProps" Target="/ppt/presProps.xml" Id="R869de6f8746743de" /><Relationship Type="http://schemas.openxmlformats.org/officeDocument/2006/relationships/viewProps" Target="/ppt/viewProps.xml" Id="R2d009622e9d54dbf" /><Relationship Type="http://schemas.openxmlformats.org/officeDocument/2006/relationships/tableStyles" Target="/ppt/tableStyles.xml" Id="R181a452cbae64d0b" /><Relationship Type="http://schemas.openxmlformats.org/officeDocument/2006/relationships/slide" Target="/ppt/slides/slide1.xml" Id="R3b9afd6c4ac14d4c" /><Relationship Type="http://schemas.openxmlformats.org/officeDocument/2006/relationships/slide" Target="/ppt/slides/slide2.xml" Id="R91a4e0e88b6c4cc3" /><Relationship Type="http://schemas.openxmlformats.org/officeDocument/2006/relationships/slide" Target="/ppt/slides/slide3.xml" Id="R485d29d716fa4faa" /><Relationship Type="http://schemas.openxmlformats.org/officeDocument/2006/relationships/slide" Target="/ppt/slides/slide4.xml" Id="R1ab0057a5a8c4264" /><Relationship Type="http://schemas.openxmlformats.org/officeDocument/2006/relationships/slide" Target="/ppt/slides/slide5.xml" Id="R39fffa408f88418e" /><Relationship Type="http://schemas.openxmlformats.org/officeDocument/2006/relationships/slide" Target="/ppt/slides/slide6.xml" Id="R3fece7ed31a24396" /><Relationship Type="http://schemas.openxmlformats.org/officeDocument/2006/relationships/slide" Target="/ppt/slides/slide7.xml" Id="Rf9da45e8d9c34b46" /><Relationship Type="http://schemas.openxmlformats.org/officeDocument/2006/relationships/slide" Target="/ppt/slides/slide8.xml" Id="Rf3b8fd43f34147a6" /><Relationship Type="http://schemas.openxmlformats.org/officeDocument/2006/relationships/slide" Target="/ppt/slides/slide9.xml" Id="R8f95ad7e4bd14275" /><Relationship Type="http://schemas.openxmlformats.org/officeDocument/2006/relationships/slide" Target="/ppt/slides/slide10.xml" Id="Re5f42228d5f24d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3b3bfc610464b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eb90fd1f3a43dc" /><Relationship Type="http://schemas.openxmlformats.org/officeDocument/2006/relationships/notesMaster" Target="/ppt/notesMasters/notesMaster1.xml" Id="Rb116cbfa11a34f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a76e0c7e6e4102" /><Relationship Type="http://schemas.openxmlformats.org/officeDocument/2006/relationships/notesMaster" Target="/ppt/notesMasters/notesMaster1.xml" Id="R0485e9b80af541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5290896f8641a5" /><Relationship Type="http://schemas.openxmlformats.org/officeDocument/2006/relationships/notesMaster" Target="/ppt/notesMasters/notesMaster1.xml" Id="R9969c4a440c44d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1cac184c9f457d" /><Relationship Type="http://schemas.openxmlformats.org/officeDocument/2006/relationships/notesMaster" Target="/ppt/notesMasters/notesMaster1.xml" Id="R9d82d627362541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1a49c99fb64705" /><Relationship Type="http://schemas.openxmlformats.org/officeDocument/2006/relationships/notesMaster" Target="/ppt/notesMasters/notesMaster1.xml" Id="R64e9bdac745b42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a673a591d1452f" /><Relationship Type="http://schemas.openxmlformats.org/officeDocument/2006/relationships/notesMaster" Target="/ppt/notesMasters/notesMaster1.xml" Id="R7939c715fd3341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499304e9f140a2" /><Relationship Type="http://schemas.openxmlformats.org/officeDocument/2006/relationships/notesMaster" Target="/ppt/notesMasters/notesMaster1.xml" Id="Re3959e591bf141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c26f0cba1d4b75" /><Relationship Type="http://schemas.openxmlformats.org/officeDocument/2006/relationships/notesMaster" Target="/ppt/notesMasters/notesMaster1.xml" Id="Re80f3a8eb39d43b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8de653753140c6" /><Relationship Type="http://schemas.openxmlformats.org/officeDocument/2006/relationships/notesMaster" Target="/ppt/notesMasters/notesMaster1.xml" Id="R746dc383fd9049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20624d8ba849e5" /><Relationship Type="http://schemas.openxmlformats.org/officeDocument/2006/relationships/notesMaster" Target="/ppt/notesMasters/notesMaster1.xml" Id="R5c78ad70267b42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fa19629a514e7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2fbb55340b74b52" /><Relationship Type="http://schemas.openxmlformats.org/officeDocument/2006/relationships/slideLayout" Target="/ppt/slideLayouts/slideLayout2.xml" Id="R21afddb7b5ea4f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afddb7b5ea4f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ec037632274357" /><Relationship Type="http://schemas.openxmlformats.org/officeDocument/2006/relationships/notesSlide" Target="/ppt/notesSlides/notesSlide1.xml" Id="R49f3067a39c54a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c5c1c9cb8a4360" /><Relationship Type="http://schemas.openxmlformats.org/officeDocument/2006/relationships/notesSlide" Target="/ppt/notesSlides/notesSlide2.xml" Id="R70d8f472d9fe40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6e7e7a9bee471e" /><Relationship Type="http://schemas.openxmlformats.org/officeDocument/2006/relationships/notesSlide" Target="/ppt/notesSlides/notesSlide3.xml" Id="R84a49d416f7746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ac3d32d604486f" /><Relationship Type="http://schemas.openxmlformats.org/officeDocument/2006/relationships/notesSlide" Target="/ppt/notesSlides/notesSlide4.xml" Id="R0914895d0fcf4a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fadedb398048f4" /><Relationship Type="http://schemas.openxmlformats.org/officeDocument/2006/relationships/notesSlide" Target="/ppt/notesSlides/notesSlide5.xml" Id="Rb79fbb10dc594f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1dbcae89744f27" /><Relationship Type="http://schemas.openxmlformats.org/officeDocument/2006/relationships/notesSlide" Target="/ppt/notesSlides/notesSlide6.xml" Id="Rd746cfca28c84c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f43f3c52d94e5f" /><Relationship Type="http://schemas.openxmlformats.org/officeDocument/2006/relationships/notesSlide" Target="/ppt/notesSlides/notesSlide7.xml" Id="R8590316af52a4f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c58b7812834561" /><Relationship Type="http://schemas.openxmlformats.org/officeDocument/2006/relationships/notesSlide" Target="/ppt/notesSlides/notesSlide8.xml" Id="Re3ab23cbb6bb4b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0177a2e8184ebf" /><Relationship Type="http://schemas.openxmlformats.org/officeDocument/2006/relationships/notesSlide" Target="/ppt/notesSlides/notesSlide9.xml" Id="Rba4bce1baee240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b40487344040e5" /><Relationship Type="http://schemas.openxmlformats.org/officeDocument/2006/relationships/notesSlide" Target="/ppt/notesSlides/notesSlide10.xml" Id="Racc64a13ee6e419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CB04F0-6350-48EB-9E75-82078CD4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1CE30936-DEDE-4C2A-A907-DF430BFC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7E7C2C66-AD7F-47FA-AB13-7B45A929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TESIS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F5D5C2-684B-4979-96A4-1B862DE9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57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La seguridad perimetral se valida atacandola de forma controlada.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5F469A-EA79-420E-B36E-C01C95B0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Laboratorio Docker con firewall, Suricata, Ansible, InSpec y emulacion de adversarios.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685ECA-F5EE-47AA-9A39-D9F93733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B90C89-BF16-485A-AA66-95FF9EDE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623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WAN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p11-adversary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397B97-2F0A-41CD-BC39-DE330F15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62375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735A33-5A47-4E0A-979B-56592353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48000"/>
            <a:ext cx="209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DB1C8E-022C-499D-8B3F-1F2CCCB7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242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FIREWALL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iptables + Suricata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2AC54A-8F1B-44B7-A13C-AC5F7905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62375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FD8C17-C858-4332-9954-501784B0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228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908031-30E0-498E-BB6A-4D1067C4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6235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DMZ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p11-target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13C451-7EC0-4AE9-84BA-BB7C6F80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76250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DA99EA-5F2D-451E-AC65-173F4AD5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829175"/>
            <a:ext cx="971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detectar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863436-9B2A-46B0-A644-C57E9A80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7625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26000F-099E-4788-A7D8-97FCD17F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829175"/>
            <a:ext cx="1104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identificar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7A83C1-F1FB-4C62-A8B7-5774CD01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7625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5C"/>
          </a:solidFill>
          <a:ln xmlns:a="http://schemas.openxmlformats.org/drawingml/2006/main" w="9525">
            <a:solidFill>
              <a:srgbClr val="1B7F5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7C0522-960B-4B2F-89C3-40003712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829175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mitigar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DF8BAB-8EF7-4AE9-BC8D-E4964CA2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62500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B8A"/>
          </a:solidFill>
          <a:ln xmlns:a="http://schemas.openxmlformats.org/drawingml/2006/main" w="9525">
            <a:solidFill>
              <a:srgbClr val="5B4B8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17F515-EB37-469C-B0A0-DF7134AF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829175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B605B-181E-434C-8F00-6FF5031C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A0B37F-4BE8-414A-B49B-E53CE953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Proyecto 11 · Emulacion de adversarios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942A27-D4F5-4608-AC42-136DC06D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3414072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E9AD14-F653-4319-B5DF-7C542E70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2B20B139-2B2D-4392-963D-70FE6570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6E58E84C-5A87-49E3-9CE4-7E4A889D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DESPLIEGUE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DA1233-F9B5-4AE2-9471-153A55D1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57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La red fuerza que todo trafico WAN-DMZ atraviese el cortafuegos.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D8749B-C6C0-4998-8C00-3F51177B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476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832DE1-38B8-49DD-8FE4-87242733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479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3CC8A0-97E1-493B-A86A-B7F438B7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289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7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7EA"/>
                </a:solidFill>
                <a:latin typeface="Aptos"/>
                <a:ea typeface="Aptos"/>
                <a:cs typeface="Aptos"/>
              </a:rPr>
              <a:t>172.30.10.0/24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F0FEBD-B302-439C-86D8-971DA64E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24250"/>
            <a:ext cx="1952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p11-adversary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172.30.10.10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45DE83-707D-46EF-81EF-6233448B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81250"/>
            <a:ext cx="2476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4FA301-3DB4-4543-BA94-DE95DF17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6479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FIREWALL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4D46CF-42D9-4784-A7B0-4BEB16CF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289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7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7EA"/>
                </a:solidFill>
                <a:latin typeface="Aptos"/>
                <a:ea typeface="Aptos"/>
                <a:cs typeface="Aptos"/>
              </a:rPr>
              <a:t>router + sensor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F9C644-8ADA-4369-8E36-12A1FF3E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524250"/>
            <a:ext cx="1952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p11-firewall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.10.254 / .20.254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A0B124-A6F3-4EE1-ACFB-8D790B69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2476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B6E1BF-7D6A-4A5D-BFD8-8B13BE7A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479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DMZ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29BAE3-567B-49C6-B987-A448AA81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289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172.30.20.0/24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9CEF85-CEF9-4A9B-BC12-AB61C5B1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24250"/>
            <a:ext cx="1952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p11-target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172.30.20.10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2AB3DE-C735-47D2-AC47-BE5A3F92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81375"/>
            <a:ext cx="1000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C8C1BA-4DA3-46E1-AC3C-09DF6196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81375"/>
            <a:ext cx="1000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BF99D4-9489-42AC-9770-E8268324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952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Docker Compose levanta la demo; Terraform describe el mismo modelo para cumplir el requisito de automatizacion de infraestructura.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12A668-229A-48A3-B374-F9C715FB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9D6522-AEFD-430B-A255-2EDD7FD0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Proyecto 11 · Emulacion de adversarios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E2F8B6-A8DC-4747-B42E-7D544461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1692609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26B3A7-185E-4339-99D8-2BD72148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5D81A620-C1C1-4FE3-B96B-3FF4948A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77061A1E-E875-436D-9979-B4A93621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AUTOMATIZACION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096A7-2562-4ED2-9E67-CB991E0C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57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El flujo reproduce el ciclo completo que exige la practica.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DC2824-946F-4A47-8DAA-A4494202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2095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0A4A4-C106-43D2-80BD-26005944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533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B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CE9A3-E149-45C0-BCDC-27A44CE5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409950"/>
            <a:ext cx="247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0BE76D-7163-4A51-82FF-51F0587F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051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Terraform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1AEEDA-8CD0-4AE2-B5BE-FE8BDF61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24250"/>
            <a:ext cx="1123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Define redes, imagenes y contenedores.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CFE6E3-0A45-47E6-92A3-3882E796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57500"/>
            <a:ext cx="2095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BBDFF8-6AC7-466C-B926-E3814D13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57500"/>
            <a:ext cx="533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45A3CE-C743-40F8-8EC2-FC72E0A3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409950"/>
            <a:ext cx="247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F72833-CEB6-4B89-805C-949D6335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051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Docker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D9F1EF-9CB1-4909-986C-4CEA2DD3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524250"/>
            <a:ext cx="1123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Ejecuta WAN, firewall y DMZ.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FAA1E8-74DC-4813-A498-AB7691C2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57500"/>
            <a:ext cx="2095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9088E1-5BF7-47DE-B24E-864EED23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57500"/>
            <a:ext cx="533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E6269B-DD7B-4263-A352-CF6B655B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409950"/>
            <a:ext cx="247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ED79B1-E92F-4200-A524-E35BBE57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051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Ansible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DFE428-BD8E-4ADA-89FC-5774A6AD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24250"/>
            <a:ext cx="1123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Aplica reglas mitigadas y bastionado.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50D89A-8D10-462B-BCD0-77C3CCD1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57500"/>
            <a:ext cx="2095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B6BC53-2F53-448C-8C24-9AB2D0F4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57500"/>
            <a:ext cx="533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97E3C9-EE4A-46C9-87DD-A2BA20BE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409950"/>
            <a:ext cx="247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358AFD-52B2-4095-AAE7-87F9ABF1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051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InSpec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C12E56-F994-48B8-AC1D-81AD3E80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24250"/>
            <a:ext cx="1123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Verifica controles tecnicos.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4FFEDF-166D-48FC-AB8B-5749EBD9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95875"/>
            <a:ext cx="904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Los comandos principales estan en scripts/run-all.ps1 y scripts/inspec.ps1.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4EA5DC-7A03-4CF0-8A80-7CBC4661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7FFFE9-6E3A-4210-B97F-3B2A87E6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Proyecto 11 · Emulacion de adversarios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E8F066-5681-4461-A681-B46EA7C4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3923232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905BDF-24BD-4D55-8300-87B44025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65852B5D-C37E-46B9-B921-6FEE153B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2DC832FC-883B-450E-80F9-54501969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EMULACION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783F65-9BE7-46EE-99C6-FACB53F3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57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La emulacion genera seis familias de comportamiento no deseado.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B89279-CADF-4EE5-9656-0B72AC0C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952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DAD1D4-73DF-404D-A8D0-06B867C7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Escaneo TCP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63C3E-BBDF-436E-B044-06BEF1AC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Reconocimiento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5A22A7-B724-44B4-8D48-2640A883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42318"/>
                </a:solidFill>
                <a:latin typeface="Aptos"/>
                <a:ea typeface="Aptos"/>
                <a:cs typeface="Aptos"/>
              </a:rPr>
              <a:t>nmap -p 1-1024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75F9E2-1BC8-45E4-8FCF-C0CB7F66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90825"/>
            <a:ext cx="952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9FACC4-8DBD-449A-A044-583F3C8D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051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Fuerza bruta SSH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AE90BE-2B50-412C-894E-629D0089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05125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Credenciales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6C214B-72F4-4E1F-9972-9B633875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0512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42318"/>
                </a:solidFill>
                <a:latin typeface="Aptos"/>
                <a:ea typeface="Aptos"/>
                <a:cs typeface="Aptos"/>
              </a:rPr>
              <a:t>8 intentos fallidos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92443A-E759-4BBF-8E3B-27B89794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952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6AA176-55E2-4620-99BB-87F5B8CD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ICMP sweep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1952CA-1F99-4460-946A-35650B94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290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Descubrimiento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5646E3-E9FE-46E0-AD7D-E4E05E8B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290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42318"/>
                </a:solidFill>
                <a:latin typeface="Aptos"/>
                <a:ea typeface="Aptos"/>
                <a:cs typeface="Aptos"/>
              </a:rPr>
              <a:t>ping repetido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8A85B2-F442-44E3-AAC0-ABB65D0A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38575"/>
            <a:ext cx="952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1EC61E-44CC-4C58-A2CD-F898BE5A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5287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HTTP traversal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D2C493-779D-4B6D-A746-03302022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52875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Ataque web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103D94-7FF8-40CB-BFFB-72CE0392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528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42318"/>
                </a:solidFill>
                <a:latin typeface="Aptos"/>
                <a:ea typeface="Aptos"/>
                <a:cs typeface="Aptos"/>
              </a:rPr>
              <a:t>../ y wp-login.php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B3C95B-78A7-4D5F-BDE0-07DAC0DB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952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1D983A-C9FC-4676-AC5A-A5D86BC9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767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Rafaga DNS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1A60BD-731B-4456-A301-AA618648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767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Replay/DDoS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B9F504-F1BC-4971-9C1B-B4D91336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767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42318"/>
                </a:solidFill>
                <a:latin typeface="Aptos"/>
                <a:ea typeface="Aptos"/>
                <a:cs typeface="Aptos"/>
              </a:rPr>
              <a:t>40 consultas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7AB0FC-BF53-44AD-A633-657E3ADC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86325"/>
            <a:ext cx="952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3A8438-6201-41A8-9172-8781FBE4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006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Puertos no autorizados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FE41F1-8AC5-47E7-8ED7-967B6593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00625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C2/lateral simulado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849F2A-8507-425F-AC30-BB5D7DA2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0062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42318"/>
                </a:solidFill>
                <a:latin typeface="Aptos"/>
                <a:ea typeface="Aptos"/>
                <a:cs typeface="Aptos"/>
              </a:rPr>
              <a:t>23,445,3389,4444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05EA06-0920-432F-9E77-740344F8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1E0085-BD6F-48FB-8A51-7ED55E52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Proyecto 11 · Emulacion de adversarios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F5DB64-0A95-44F2-AC74-9C93ED79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4126559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E2A6D0-D808-4102-B99C-0C2D532B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BE3DE110-C855-419F-905E-B72E5785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040F8972-305D-4981-BB52-D0971ACA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LOGS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EB9D9-AC17-4FD9-A2DE-33ACF7FA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57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Los eventos del cortafuegos son consultables y defendibles.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BD0416-3C29-45D2-929C-FB605C82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990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A746CD-9DE1-4D59-9743-68A2DFF9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933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jq -r 'select(.event_type=="alert") | [.timestamp,.src_ip,.dest_ip,.proto,.alert.signature] | @tsv' /var/log/suricata/eve.json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DB9F2-8462-4540-9B83-D700C29D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7B63D5-334E-4A7E-BBE9-066C5454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4812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timestamp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9452BC-C925-4289-8A47-DE95145E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52875"/>
            <a:ext cx="123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7406AA-1995-4DED-B0DE-277D4A23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4812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origen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2455B3-4A21-453E-B019-F21CA0FA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52875"/>
            <a:ext cx="123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69313E-90C3-420C-979A-9774A30F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4812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destino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69DA6B-A383-4513-9F0F-32CCF439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52875"/>
            <a:ext cx="104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1F30F0-ED3D-44D5-96E8-B8153A46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48125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protocolo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62B7F0-0511-4F79-8C8E-9FCEECAB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52875"/>
            <a:ext cx="3714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DA811C-12F8-4CAA-A104-AD091BFC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48125"/>
            <a:ext cx="3524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firma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0E2B01-4A1F-4C3C-B44C-FB9D5656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2B78E6-9D5F-4CDA-9283-0BA53FEC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4817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2026-05-20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74E7A0-48BB-4A77-B7AD-C611E346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0530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584734-344D-47E7-8229-7B872172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448175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172.30.10.10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CB7595-3BD5-4105-8AA3-0A041055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0530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7832ED-F7D3-430F-8FC9-0C51426B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48175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172.30.20.10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BBB8AE-C28F-45EA-8783-ADB93058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05300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332C6E-BB2D-4ACB-AA53-BCA08165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448175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TCP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C2EAE1-7DC5-486D-AC0E-9593FB06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0530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7DD2B0-9A08-4882-BC8E-52E1A2A9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48175"/>
            <a:ext cx="3524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42318"/>
                </a:solidFill>
                <a:latin typeface="Aptos"/>
                <a:ea typeface="Aptos"/>
                <a:cs typeface="Aptos"/>
              </a:rPr>
              <a:t>P11 SSH brute force pattern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CC3F79-300D-47FB-8FC4-8560473B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E2B298-3EF3-438C-9A89-A1860CBE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Proyecto 11 · Emulacion de adversarios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DE28DF-C763-473E-85DC-F1BFE5D9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0836088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E62276-B39B-4DE7-91BF-450081C3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D9067AA0-FB2B-4C1E-BAB6-C4C60483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31E4A44F-F107-4B74-93D2-7A676FC5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IDENTIFICACION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279F39-3029-41D2-A03D-C5409520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57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Cada firma se traduce en un riesgo y en una decision defensiva.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62FCBF-3117-47F5-AB05-0C0A014B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073DAD-320E-4CF8-B14E-1E69FC53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622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TCP discovery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E9E1EF-8360-496A-BC00-74E8F1E4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86025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4AE1F-F988-494C-AB45-BC592D4D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6220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Superficie expuesta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8F2F65-587A-4025-91A0-CEADBAC2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71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0B3A9F-E467-4285-886C-0A0699FB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527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SSH brute force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A97E90-6AE8-4E05-858F-17017912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076575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F6A540-E294-4EC0-AF03-CD01F3F4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527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Compromiso de credenciales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A51D6F-1D5E-4978-A516-BEB25D8F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623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B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CFD416-DC9E-49C2-9BFA-2DC4653E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5433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ICMP recon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C2D557-21BF-47DF-A470-FC383737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67125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CD1826-A02E-479E-AD37-675D8DD1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4330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Preparacion de ataque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23DEC0-8143-4DE3-944A-77376DCD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529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69B09E-814C-4283-B709-AAA22B59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338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HTTP traversal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3B8D2D-DAF9-4086-9118-1E74AA7E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257675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C0C5BA-50F6-47DB-AF73-194D94AF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338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Abuso de aplicacion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AA11A8-B11D-45A0-A4FB-8041F520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33E7AA-D222-450E-9419-745F8542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244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DNS burst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29F277-8DC6-4232-9EE3-109C4AAB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848225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E9717D-E8B9-4B29-8120-053A2600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2440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DDoS o canal anomalo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F66C23-CC68-402C-A49C-7D43038F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C310D8-3186-4D27-AA20-C0C9A926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Proyecto 11 · Emulacion de adversarios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CBF62E-CE4D-46F6-AABF-CAA3B05D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2166034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AC9AC8-C641-4DD8-AF52-C5648D57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B9A33F1C-7BC5-4DBC-AB9C-B643D2F1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B0188572-A42D-43FC-B994-A7A3E7A7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MITIGACION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F1C59-89D1-4965-B91A-B90722C3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57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La defensa pasa de observar a reducir superficie y volumen.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22743-8BA4-4C15-B56E-26C2968E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SSH repetitivo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0C2998-CE6D-4E6F-ABA8-55AD9BF2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33625"/>
            <a:ext cx="506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9C50A0-801C-4789-BCF4-696E3295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62225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AD4E74-BA01-4E47-ABEB-C7E7FB90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145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42318"/>
                </a:solidFill>
                <a:latin typeface="Aptos"/>
                <a:ea typeface="Aptos"/>
                <a:cs typeface="Aptos"/>
              </a:rPr>
              <a:t>antes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8DC79-2C4D-46A3-AD97-55D68581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431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B7F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B7F5C"/>
                </a:solidFill>
                <a:latin typeface="Aptos"/>
                <a:ea typeface="Aptos"/>
                <a:cs typeface="Aptos"/>
              </a:rPr>
              <a:t>despues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BAAE7C-2D14-40F9-9C54-E52216B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DNS burst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0E0222-07D6-43FD-8E91-54569516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00375"/>
            <a:ext cx="546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88C37-1C76-4C59-9EC7-A7D1B1C8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28975"/>
            <a:ext cx="2533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D3394E-292E-4606-92B1-0D95B540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813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42318"/>
                </a:solidFill>
                <a:latin typeface="Aptos"/>
                <a:ea typeface="Aptos"/>
                <a:cs typeface="Aptos"/>
              </a:rPr>
              <a:t>antes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FA32A9-4B56-4836-A1E6-9541BFAA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099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B7F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B7F5C"/>
                </a:solidFill>
                <a:latin typeface="Aptos"/>
                <a:ea typeface="Aptos"/>
                <a:cs typeface="Aptos"/>
              </a:rPr>
              <a:t>despues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B36804-020A-4718-B864-0B94483B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ICMP sweep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1691BD-FBD9-4BA5-A94B-1D87CACF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67125"/>
            <a:ext cx="466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FFE083-4AF7-48AC-BC38-FF7CD2B0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95725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4E0A3D-231F-443C-88FE-1560DED0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480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42318"/>
                </a:solidFill>
                <a:latin typeface="Aptos"/>
                <a:ea typeface="Aptos"/>
                <a:cs typeface="Aptos"/>
              </a:rPr>
              <a:t>antes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4F74BE-08C2-4898-A3E3-0926D916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766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B7F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B7F5C"/>
                </a:solidFill>
                <a:latin typeface="Aptos"/>
                <a:ea typeface="Aptos"/>
                <a:cs typeface="Aptos"/>
              </a:rPr>
              <a:t>despues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41CA5A-D954-47A9-AD63-E3CB28A1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HTTP traversal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8E9499-C75B-4DB4-AEFB-86FF74D6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33875"/>
            <a:ext cx="3867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F37157-BF60-4B4A-AE8A-6F8B6870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62475"/>
            <a:ext cx="333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2E26C1-655A-4B23-8E89-4E597DEE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148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42318"/>
                </a:solidFill>
                <a:latin typeface="Aptos"/>
                <a:ea typeface="Aptos"/>
                <a:cs typeface="Aptos"/>
              </a:rPr>
              <a:t>antes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41B5D3-FBEC-4179-8F37-CA6F5CA6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434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B7F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B7F5C"/>
                </a:solidFill>
                <a:latin typeface="Aptos"/>
                <a:ea typeface="Aptos"/>
                <a:cs typeface="Aptos"/>
              </a:rPr>
              <a:t>despues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08F38D-D6DD-414A-A894-946F468A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6730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Puertos no autorizados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127DB6-DAE8-45D5-9919-5D892204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00625"/>
            <a:ext cx="600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65DF53-51D5-4E6B-B2F0-511C7C72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29225"/>
            <a:ext cx="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8AF458-745D-4D61-B8BC-0AD98058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815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42318"/>
                </a:solidFill>
                <a:latin typeface="Aptos"/>
                <a:ea typeface="Aptos"/>
                <a:cs typeface="Aptos"/>
              </a:rPr>
              <a:t>antes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4CB5B8-6BAE-4865-8AF1-95BB7C03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101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B7F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B7F5C"/>
                </a:solidFill>
                <a:latin typeface="Aptos"/>
                <a:ea typeface="Aptos"/>
                <a:cs typeface="Aptos"/>
              </a:rPr>
              <a:t>despues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499F47-6A54-4F92-A2F6-C71D27DC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62625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La grafica representa el efecto esperado: los intentos pueden seguir existiendo, pero el perimetro limita o bloquea su impacto.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F2CDC6-82AD-42F6-B648-4CEA1867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DD5A4B-83C2-4FC9-B3F0-CCF08F8C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Proyecto 11 · Emulacion de adversarios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D6F2CD-FAAC-4B30-927A-71BBEEE2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6172236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B78ECE-194F-4E7F-AB57-3C77A053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6EC62CA2-67B1-4040-A562-3FD5F968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7ACFD5D2-3A8E-4C2C-93CA-F1AD7A77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CONTRAMEDIDAS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91DA46-93FB-403A-A1AC-7E09C28E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57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Las medidas combinan filtrado, limitacion, inspeccion y bastionado.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F1DFD8-FC37-4980-B47F-5DAE2052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22860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899494-BED6-4CAB-86DD-97D91514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291F92-D31A-4AB4-9DA1-5C6ACBDD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Filtrado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B165C0-67C6-4EFF-B18B-DEC4B190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90900"/>
            <a:ext cx="180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DROP por defecto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allowlist de servicios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bloqueo de puertos no autorizados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E79ADC-3909-4FE4-84FA-20DB23BF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71750"/>
            <a:ext cx="22860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822CF0-DC2D-43D4-8F3C-59585A68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71750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91A7EA-E8A8-4511-806C-06D78562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241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Limitacion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F67EEF-FB09-4597-BC69-818CAAB4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90900"/>
            <a:ext cx="180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recent para SSH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hashlimit para DNS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limit para ICMP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270FD6-8E32-4DBA-89D4-36E03FBC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571750"/>
            <a:ext cx="22860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C4B9C9-EF63-4D90-B432-79192F1F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571750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95855B-4EC2-4EFC-B10B-A2C4E6E8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241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Inspeccion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FD68CE-B33A-4C1A-AF45-2E88D5C4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90900"/>
            <a:ext cx="180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Suricata en firewall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firmas P11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logs JSON consultables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75BFFE-A0FF-42B8-AD33-97EA1D44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2860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8CC4E2-B391-4F0A-9CE2-BB578887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B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AFEA79-786E-4FE5-AB0D-38EF4D7B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241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Host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D74CBA-2BB2-4EF0-9314-025EB58B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90900"/>
            <a:ext cx="180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SSH sin password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root bloqueado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Nginx sin version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87975E-B218-493E-9574-6220A09A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D163FB-68BD-4F4D-AD4B-3CD87B53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Proyecto 11 · Emulacion de adversarios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65E1F3-6C79-4B57-9A04-D0F74D9C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5273368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FB8D36-D7BF-475A-B922-23875289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BA9B59DE-C8B3-4095-80DE-41538F73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922B6608-CB61-4797-8A54-0AC756FC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VALIDACION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AC125D-1D90-4CD2-9E05-832E1D41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57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InSpec convierte las medidas en controles comprobables.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8BEE86-39A9-412B-9C8E-DBEDD973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914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703796-6931-4499-8FC2-B6095732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793103-AC3A-4504-BF6E-D5181202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574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p11-firewall-policy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BC3E6C-7139-4E6C-839B-9F085F21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57450"/>
            <a:ext cx="466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FORWARD DROP, P11_SSH, P11_DNS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4EE503-7903-4D14-9003-431E9B40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86075"/>
            <a:ext cx="914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54BD38-31A8-4F68-B65A-012DFC7F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86075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75D808-993C-4A5F-A666-7DF1C3B5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099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p11-firewall-http-mitigation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DD5C9A-958D-4030-97FE-AC7B517C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09900"/>
            <a:ext cx="466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bloqueo ../ y %2e%2e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396B51-6776-441A-80BB-BA258A16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38525"/>
            <a:ext cx="914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8CF30B-9468-47CE-A37F-C39F2A8C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38525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EEFB3C-9B60-454D-91F3-792514D6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623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p11-suricata-rules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A8FD6E-89B2-4624-9C1F-AD6AD126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62350"/>
            <a:ext cx="466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firmas de deteccion cargadas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D7D91E-1AE2-41D0-B796-15FF5627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90975"/>
            <a:ext cx="914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0E7C27-FEE4-4DB6-88EF-3FB76FBD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90975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BBAC94-F031-4F57-9F31-A77D804E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148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p11-ssh-hardening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DC91BD-5F43-414E-98F8-DEFBF880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14800"/>
            <a:ext cx="466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root no, password no, MaxAuthTries 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F42D2E-CA6A-400C-AEAC-E33DCEFE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43425"/>
            <a:ext cx="914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3CCB9F-5E0C-4654-BC17-177F89EE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43425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3FE9EF-5217-4F67-8E1C-4FF76C78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672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p11-nginx-hardening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5B23ED-EAEA-47DD-A842-43D0C816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67250"/>
            <a:ext cx="466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server_tokens off y cabeceras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87ED18-6128-4AAD-8CE4-9683D2DA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4649A7-9D7C-47B0-ADE3-F1867C49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Proyecto 11 · Emulacion de adversarios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6DEBDC-FFBC-448A-81C3-DEFE2317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3353498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B4758F-76E2-4A4C-AE29-ACF0DC1E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65059BE7-943B-47A3-9975-C63A6059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BDDB47DC-94CC-42C5-978A-9F1B06CA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CIERRE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B770BD-4B76-47D5-AD27-BA6144D7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57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La entrega demuestra deteccion, identificacion, mitigacion y validacion.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A5F8F9-449C-48AE-8328-30D14A87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14625"/>
            <a:ext cx="4476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30797C-A120-47EE-BCFF-D32443BA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0375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CE 5c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47F5FA-0F9B-4D51-9C9F-9EAA87EB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76625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Deteccion e identificacion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C87A88-FDE7-4F48-A4EE-66299422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24300"/>
            <a:ext cx="3714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Suricata registra firmas P11 y las consultas jq resumen el comportamiento.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22062A-C76F-4449-8102-EA48D727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14625"/>
            <a:ext cx="4476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FDDB1E-1C32-495C-864D-BACC5532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00375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CE 5d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3CE589-7826-499C-B608-A98B6D76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76625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Contramedidas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5D68E7-9BC2-4FCD-B187-66D68E23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24300"/>
            <a:ext cx="3714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iptables limita o bloquea los patrones y Ansible endurece el servidor.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DC8FF1-8E9E-42FE-9D46-BDD9896E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91125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Repositorio entregable: Docker + Terraform + Ansible + InSpec + documentacion + presentacion.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5F5296-04AF-4DC6-8363-6771DABD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C46D8F-85F3-4D23-A149-B604749E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Proyecto 11 · Emulacion de adversarios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657AED-3F38-4BBB-AC0B-05582980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494344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2026-05-20T10:29:29.7340000Z</dcterms:created>
  <dcterms:modified xsi:type="dcterms:W3CDTF">2026-05-20T10:29:29.7340000Z</dcterms:modified>
</coreProperties>
</file>